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0" r:id="rId6"/>
    <p:sldId id="263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129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tr-TR" sz="2500" b="1" dirty="0">
                <a:latin typeface="Arial" pitchFamily="34" charset="0"/>
                <a:cs typeface="Arial" pitchFamily="34" charset="0"/>
              </a:rPr>
              <a:t>SUNUM HAZIRLANIRKEN DİKKAT </a:t>
            </a:r>
            <a:r>
              <a:rPr lang="tr-TR" sz="2500" b="1" dirty="0" smtClean="0">
                <a:latin typeface="Arial" pitchFamily="34" charset="0"/>
                <a:cs typeface="Arial" pitchFamily="34" charset="0"/>
              </a:rPr>
              <a:t>EDİLMESİ GEREKEN HUSUSLAR</a:t>
            </a:r>
            <a:endParaRPr lang="tr-TR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8313" y="1523999"/>
            <a:ext cx="8424862" cy="4602163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Sunumlar formata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uygun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 olmalıdır.</a:t>
            </a:r>
          </a:p>
          <a:p>
            <a:pPr algn="just"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Sunumlar toplamda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9 </a:t>
            </a:r>
            <a:r>
              <a:rPr lang="tr-TR" sz="2000" b="1" dirty="0" err="1" smtClean="0">
                <a:latin typeface="Arial" pitchFamily="34" charset="0"/>
                <a:cs typeface="Arial" pitchFamily="34" charset="0"/>
              </a:rPr>
              <a:t>slaytı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 geçmeyecek şekilde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hazırlanmalıdır.</a:t>
            </a:r>
          </a:p>
          <a:p>
            <a:pPr marL="0" indent="0">
              <a:buFont typeface="Arial" charset="0"/>
              <a:buNone/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Tüm başlıklarla ilgili bilgilere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kısa ve net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bir şekilde değinilmelidir.</a:t>
            </a:r>
          </a:p>
          <a:p>
            <a:pPr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tr-TR" sz="2000" dirty="0">
                <a:latin typeface="Arial" pitchFamily="34" charset="0"/>
                <a:cs typeface="Arial" pitchFamily="34" charset="0"/>
              </a:rPr>
              <a:t>Sunum süresi kesinlikle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10 dakikayı geçmemelidir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. Süre bitiminde sunumlar </a:t>
            </a:r>
            <a:r>
              <a:rPr lang="tr-TR" sz="2000" dirty="0" err="1" smtClean="0">
                <a:latin typeface="Arial" pitchFamily="34" charset="0"/>
                <a:cs typeface="Arial" pitchFamily="34" charset="0"/>
              </a:rPr>
              <a:t>moderatör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 tarafından kesilecektir.</a:t>
            </a: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Sunumun tamamlanmasından sonra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bitirme tezinin çalışan uygulaması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gösterilecektir.</a:t>
            </a: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PROJE ADI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8686800" cy="2438400"/>
          </a:xfrm>
        </p:spPr>
        <p:txBody>
          <a:bodyPr>
            <a:normAutofit/>
          </a:bodyPr>
          <a:lstStyle/>
          <a:p>
            <a:pPr algn="l"/>
            <a:r>
              <a:rPr lang="tr-TR" sz="2000" b="1" dirty="0" smtClean="0">
                <a:solidFill>
                  <a:srgbClr val="FF0000"/>
                </a:solidFill>
              </a:rPr>
              <a:t>Öğrenci(</a:t>
            </a:r>
            <a:r>
              <a:rPr lang="tr-TR" sz="2000" b="1" dirty="0" err="1" smtClean="0">
                <a:solidFill>
                  <a:srgbClr val="FF0000"/>
                </a:solidFill>
              </a:rPr>
              <a:t>ler</a:t>
            </a:r>
            <a:r>
              <a:rPr lang="tr-TR" sz="2000" b="1" dirty="0" smtClean="0">
                <a:solidFill>
                  <a:srgbClr val="FF0000"/>
                </a:solidFill>
              </a:rPr>
              <a:t>): </a:t>
            </a:r>
          </a:p>
          <a:p>
            <a:pPr algn="l"/>
            <a:endParaRPr lang="tr-TR" sz="2000" b="1" dirty="0">
              <a:solidFill>
                <a:srgbClr val="FF0000"/>
              </a:solidFill>
            </a:endParaRPr>
          </a:p>
          <a:p>
            <a:pPr algn="l"/>
            <a:r>
              <a:rPr lang="tr-TR" sz="2000" b="1" dirty="0" smtClean="0">
                <a:solidFill>
                  <a:srgbClr val="FF0000"/>
                </a:solidFill>
              </a:rPr>
              <a:t>Danışman</a:t>
            </a:r>
            <a:r>
              <a:rPr lang="tr-TR" sz="2000" b="1" dirty="0" smtClean="0">
                <a:solidFill>
                  <a:srgbClr val="FF0000"/>
                </a:solidFill>
              </a:rPr>
              <a:t>:</a:t>
            </a:r>
          </a:p>
          <a:p>
            <a:pPr algn="l"/>
            <a:endParaRPr lang="tr-TR" sz="2000" b="1" dirty="0">
              <a:solidFill>
                <a:srgbClr val="FF0000"/>
              </a:solidFill>
            </a:endParaRPr>
          </a:p>
          <a:p>
            <a:pPr algn="l"/>
            <a:r>
              <a:rPr lang="tr-TR" sz="2000" b="1" smtClean="0">
                <a:solidFill>
                  <a:srgbClr val="FF0000"/>
                </a:solidFill>
              </a:rPr>
              <a:t>Sunum Tarihi:</a:t>
            </a:r>
            <a:endParaRPr lang="tr-TR" sz="2000" b="1" dirty="0" smtClean="0">
              <a:solidFill>
                <a:srgbClr val="FF0000"/>
              </a:solidFill>
            </a:endParaRPr>
          </a:p>
          <a:p>
            <a:pPr algn="l"/>
            <a:endParaRPr lang="tr-TR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Konu ve Amaç</a:t>
            </a:r>
            <a:endParaRPr lang="tr-T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Özgün Değer</a:t>
            </a:r>
            <a:endParaRPr lang="tr-T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Yaygın Etki</a:t>
            </a:r>
            <a:endParaRPr lang="tr-T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Uygulanabilirlik</a:t>
            </a:r>
            <a:endParaRPr lang="tr-T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Gerçekleştirme Yöntemi</a:t>
            </a:r>
            <a:endParaRPr lang="tr-T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</Words>
  <Application>Microsoft Macintosh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Arial</vt:lpstr>
      <vt:lpstr>Office Theme</vt:lpstr>
      <vt:lpstr>SUNUM HAZIRLANIRKEN DİKKAT EDİLMESİ GEREKEN HUSUSLAR</vt:lpstr>
      <vt:lpstr>PROJE ADI</vt:lpstr>
      <vt:lpstr>Konu ve Amaç</vt:lpstr>
      <vt:lpstr>Özgün Değer</vt:lpstr>
      <vt:lpstr>Yaygın Etki</vt:lpstr>
      <vt:lpstr>Uygulanabilirlik</vt:lpstr>
      <vt:lpstr>Gerçekleştirme Yöntemi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 ADI</dc:title>
  <dc:creator>ozgucan</dc:creator>
  <cp:lastModifiedBy>Microsoft Office User</cp:lastModifiedBy>
  <cp:revision>13</cp:revision>
  <dcterms:created xsi:type="dcterms:W3CDTF">2006-08-16T00:00:00Z</dcterms:created>
  <dcterms:modified xsi:type="dcterms:W3CDTF">2018-01-12T14:48:15Z</dcterms:modified>
</cp:coreProperties>
</file>